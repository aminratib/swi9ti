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6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D833-5199-226E-62F8-4839CE8F4F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9FB11D-DD1F-C2DF-ED62-65A73BAAAD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E36F0-F082-7CD8-1DE3-853ADA026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55FA4-C12E-464A-9EA2-345CB3485CC9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17671-68F7-079F-C25E-BFB504114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907FF-9C70-7C39-ECE8-66FC46BBF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5C10-91B2-42D4-81CE-540BEBB0297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7496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3A0CF-FF56-896C-777F-8778C97B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44DF9-43BA-041F-A5F7-2F2CD549E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8F539-957F-F7F2-CFF2-1A6F08787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55FA4-C12E-464A-9EA2-345CB3485CC9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FAF55-A16C-BA9D-76B9-C62A870E9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02A7-F225-D5A2-141C-03E86109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5C10-91B2-42D4-81CE-540BEBB0297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9246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3AEFA-B2B1-468A-9CF7-854148B0E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2F951-FD7F-C106-79AF-4EFCFCFFD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91B2E-2A70-278E-DAD7-6162B5D9A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55FA4-C12E-464A-9EA2-345CB3485CC9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1A78C-8739-043B-4367-91476B854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264AB-ED69-4EE9-6BA2-0114E2EDD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5C10-91B2-42D4-81CE-540BEBB0297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4836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0100A-7DD2-BCD1-B4D4-CB9014BA3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90851-E038-813D-AD2B-A48CFD2134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E415C7-3781-D6FC-19B7-E951611203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CC39C6-DC9D-2B52-154B-9351D1665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55FA4-C12E-464A-9EA2-345CB3485CC9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BFA481-DA0A-90DE-B022-901A535D9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1D158-B664-D6E1-910B-9834139EC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5C10-91B2-42D4-81CE-540BEBB0297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3263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1527F-4CE8-5B9B-FC4A-390C2A59A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F4C9B-161B-024B-8AD6-80B77075A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995AEA-813C-072A-8FD2-F99D78EB7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1860EB-A821-808F-8A1A-473CE8322D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A23297-840D-4C0F-E8F8-C353C2EBB5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85C15C-D938-A3BB-78AB-0DD251436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55FA4-C12E-464A-9EA2-345CB3485CC9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923AB0-5524-87FC-F396-4B0943149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C2FFC9-8F78-5301-31AA-29E672334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5C10-91B2-42D4-81CE-540BEBB0297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0111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E7545-3F38-21CB-6102-A931AB5A0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074EE7-7F73-63C9-9D03-C71EE1D27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55FA4-C12E-464A-9EA2-345CB3485CC9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07FA7B-9993-778C-7FF5-4E5F2EB99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B82158-7E06-A1CD-DA12-EEF74B160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5C10-91B2-42D4-81CE-540BEBB0297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9338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79F122-CB9A-E1B1-F13B-9BAF1D12A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55FA4-C12E-464A-9EA2-345CB3485CC9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885AC4-BEBA-DB0F-5AC6-E509C8754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AD78F-0EC5-309B-16D9-266E0E9EF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5C10-91B2-42D4-81CE-540BEBB0297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7700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E1464-ABE3-63E9-E790-CE04DE7EB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80FD3-B9B1-CBAF-69F9-BF5C959D2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5BF08A-C1D2-A4EC-C3D5-04CD4D4CE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A90AE-BE7E-C2E0-7664-1BD60CA06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55FA4-C12E-464A-9EA2-345CB3485CC9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AAC8CD-EE6B-6A77-52D4-C29AEE0F1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7AD73-1363-CB6F-4ABA-23AE61498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5C10-91B2-42D4-81CE-540BEBB0297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1416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13DEB-63A0-D4E0-8EDC-216818CEE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B9A8C1-6042-3F34-2FFB-C117DF61D9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289C0A-F2B0-C28D-ED6A-166ECD8C70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207BA8-2DF6-3C72-E216-6A2E2E765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55FA4-C12E-464A-9EA2-345CB3485CC9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5DCD65-9BED-9A5F-2362-968CE8965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DE074D-2F5F-16CD-98D7-53301E917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5C10-91B2-42D4-81CE-540BEBB0297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7399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A5FF7-D9AE-9286-A3C9-0150FBBFF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A6A11-3C90-B37B-7250-7EF0461D2E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E4C91-6540-F0CD-0C29-A36EDF422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55FA4-C12E-464A-9EA2-345CB3485CC9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3F2A7-8563-8A6B-DC6D-858083592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31446-6523-46E7-9AB8-C4C40AD1D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5C10-91B2-42D4-81CE-540BEBB0297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4441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A203AD-6CFF-101C-DA58-46813E73D2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645275-9FFD-D50C-1816-3A742B414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C62B6-6AB3-B2E0-5C22-D96550897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55FA4-C12E-464A-9EA2-345CB3485CC9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55671-9E00-0066-5596-A8E869FD2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D868D-654E-DED9-9E8F-034053F7A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5C10-91B2-42D4-81CE-540BEBB0297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4769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E00CCB-17E3-EE3F-CB2D-4A6B68BBA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AFA4A9-6C56-94CB-4B3D-B6C5BBDC9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4ECA2-290D-BE87-D352-B45B47EFEE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C55FA4-C12E-464A-9EA2-345CB3485CC9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D986C-9CFD-8A6F-7FC7-CA40D7DD1D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8D337-BC4C-53A7-00E6-2799CB8AEA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405C10-91B2-42D4-81CE-540BEBB0297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728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E82FA30-6A41-C6CD-65F9-29B2F2649749}"/>
              </a:ext>
            </a:extLst>
          </p:cNvPr>
          <p:cNvCxnSpPr>
            <a:cxnSpLocks/>
          </p:cNvCxnSpPr>
          <p:nvPr/>
        </p:nvCxnSpPr>
        <p:spPr>
          <a:xfrm>
            <a:off x="1785258" y="754084"/>
            <a:ext cx="1040674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D546E6F-FD55-A885-931B-E9C06397C7C4}"/>
              </a:ext>
            </a:extLst>
          </p:cNvPr>
          <p:cNvCxnSpPr>
            <a:cxnSpLocks/>
          </p:cNvCxnSpPr>
          <p:nvPr/>
        </p:nvCxnSpPr>
        <p:spPr>
          <a:xfrm>
            <a:off x="1796144" y="1377539"/>
            <a:ext cx="1040674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C7C9A-8C3D-34C3-E33B-475D4F39791C}"/>
              </a:ext>
            </a:extLst>
          </p:cNvPr>
          <p:cNvCxnSpPr>
            <a:cxnSpLocks/>
          </p:cNvCxnSpPr>
          <p:nvPr/>
        </p:nvCxnSpPr>
        <p:spPr>
          <a:xfrm>
            <a:off x="1796144" y="2000994"/>
            <a:ext cx="1040674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5DE9BD-1E25-150A-C4BD-CA1976CE2589}"/>
              </a:ext>
            </a:extLst>
          </p:cNvPr>
          <p:cNvCxnSpPr>
            <a:cxnSpLocks/>
          </p:cNvCxnSpPr>
          <p:nvPr/>
        </p:nvCxnSpPr>
        <p:spPr>
          <a:xfrm>
            <a:off x="1796144" y="2624449"/>
            <a:ext cx="1040674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B59E088-95F6-E69B-2769-6E409D37EBB5}"/>
              </a:ext>
            </a:extLst>
          </p:cNvPr>
          <p:cNvCxnSpPr>
            <a:cxnSpLocks/>
          </p:cNvCxnSpPr>
          <p:nvPr/>
        </p:nvCxnSpPr>
        <p:spPr>
          <a:xfrm>
            <a:off x="1796144" y="3247904"/>
            <a:ext cx="1040674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CAE99FE-AC76-1DA6-0DA4-8A7254A38B04}"/>
              </a:ext>
            </a:extLst>
          </p:cNvPr>
          <p:cNvCxnSpPr>
            <a:cxnSpLocks/>
          </p:cNvCxnSpPr>
          <p:nvPr/>
        </p:nvCxnSpPr>
        <p:spPr>
          <a:xfrm>
            <a:off x="1796144" y="3871359"/>
            <a:ext cx="1040674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A9E4355-7AEF-B5BA-C959-E856F060B37E}"/>
              </a:ext>
            </a:extLst>
          </p:cNvPr>
          <p:cNvCxnSpPr>
            <a:cxnSpLocks/>
          </p:cNvCxnSpPr>
          <p:nvPr/>
        </p:nvCxnSpPr>
        <p:spPr>
          <a:xfrm>
            <a:off x="1796144" y="4494814"/>
            <a:ext cx="1040674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76588BC-B7DB-0D93-8103-F93C9D8AD301}"/>
              </a:ext>
            </a:extLst>
          </p:cNvPr>
          <p:cNvCxnSpPr>
            <a:cxnSpLocks/>
          </p:cNvCxnSpPr>
          <p:nvPr/>
        </p:nvCxnSpPr>
        <p:spPr>
          <a:xfrm>
            <a:off x="1796144" y="5118269"/>
            <a:ext cx="1040674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40ADE7-C346-3BA5-0E60-6F0DC5B7A72D}"/>
              </a:ext>
            </a:extLst>
          </p:cNvPr>
          <p:cNvCxnSpPr>
            <a:cxnSpLocks/>
          </p:cNvCxnSpPr>
          <p:nvPr/>
        </p:nvCxnSpPr>
        <p:spPr>
          <a:xfrm>
            <a:off x="1796144" y="5741724"/>
            <a:ext cx="1040674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7987F9-5447-95C7-B189-7239437D35C2}"/>
              </a:ext>
            </a:extLst>
          </p:cNvPr>
          <p:cNvCxnSpPr>
            <a:cxnSpLocks/>
          </p:cNvCxnSpPr>
          <p:nvPr/>
        </p:nvCxnSpPr>
        <p:spPr>
          <a:xfrm>
            <a:off x="1796144" y="6365179"/>
            <a:ext cx="1040674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8DEC911-FC5B-99B8-22A1-E5ECA0B7CB6C}"/>
              </a:ext>
            </a:extLst>
          </p:cNvPr>
          <p:cNvSpPr txBox="1"/>
          <p:nvPr/>
        </p:nvSpPr>
        <p:spPr>
          <a:xfrm>
            <a:off x="272145" y="3668486"/>
            <a:ext cx="734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Entry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78B61FD-8754-D2AD-E64D-924B2E1956A5}"/>
              </a:ext>
            </a:extLst>
          </p:cNvPr>
          <p:cNvCxnSpPr/>
          <p:nvPr/>
        </p:nvCxnSpPr>
        <p:spPr>
          <a:xfrm>
            <a:off x="1012373" y="3864429"/>
            <a:ext cx="54428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1501FEC-AB96-796E-2A5E-E23E48A4DBF0}"/>
              </a:ext>
            </a:extLst>
          </p:cNvPr>
          <p:cNvCxnSpPr/>
          <p:nvPr/>
        </p:nvCxnSpPr>
        <p:spPr>
          <a:xfrm flipV="1">
            <a:off x="1948543" y="3254829"/>
            <a:ext cx="489857" cy="609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DA3F56A-1657-55A4-1454-92D835024DBD}"/>
              </a:ext>
            </a:extLst>
          </p:cNvPr>
          <p:cNvSpPr txBox="1"/>
          <p:nvPr/>
        </p:nvSpPr>
        <p:spPr>
          <a:xfrm>
            <a:off x="1719945" y="2950029"/>
            <a:ext cx="740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rgbClr val="00B050"/>
                </a:solidFill>
              </a:rPr>
              <a:t>B 0.01</a:t>
            </a:r>
          </a:p>
        </p:txBody>
      </p:sp>
    </p:spTree>
    <p:extLst>
      <p:ext uri="{BB962C8B-B14F-4D97-AF65-F5344CB8AC3E}">
        <p14:creationId xmlns:p14="http://schemas.microsoft.com/office/powerpoint/2010/main" val="2591631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amine ratib</dc:creator>
  <cp:lastModifiedBy>mohammed amine ratib</cp:lastModifiedBy>
  <cp:revision>2</cp:revision>
  <dcterms:created xsi:type="dcterms:W3CDTF">2026-07-22T17:22:37Z</dcterms:created>
  <dcterms:modified xsi:type="dcterms:W3CDTF">2026-07-22T17:27:55Z</dcterms:modified>
</cp:coreProperties>
</file>